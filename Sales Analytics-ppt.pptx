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B5DA8-D254-6EA2-3BCC-DEBF7A3FBB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r>
              <a:rPr lang="en-US" dirty="0">
                <a:solidFill>
                  <a:schemeClr val="accent5"/>
                </a:solidFill>
              </a:rPr>
              <a:t> Analytics Dashboard – Northwind Traders</a:t>
            </a:r>
            <a:endParaRPr lang="en-IN" dirty="0">
              <a:solidFill>
                <a:schemeClr val="accent5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97378-ACB1-F3F8-B192-507EBDF37C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2689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5069D-B716-20FB-F240-40A75D938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818" y="-39757"/>
            <a:ext cx="10364451" cy="1596177"/>
          </a:xfrm>
        </p:spPr>
        <p:txBody>
          <a:bodyPr/>
          <a:lstStyle/>
          <a:p>
            <a:r>
              <a:rPr lang="en-IN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66132-F9AF-CED9-BF56-7CECA76359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192697"/>
            <a:ext cx="10363826" cy="533731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objective of this project is to create a visually appealing and user-friendly Power BI dashboard that effectively communicates key performance metrics for Northwind Traders.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aims to provide insights into: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behavior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patterns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performance 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will cover: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analysis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segmentation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Inventory trends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performance 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goal is to consolidate data from multiple tables to deliver a comprehensive view of business operations and support data-driven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8877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7EB7A-6888-5977-5A5E-3E06FEB67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114" y="-126918"/>
            <a:ext cx="10364451" cy="1596177"/>
          </a:xfrm>
        </p:spPr>
        <p:txBody>
          <a:bodyPr/>
          <a:lstStyle/>
          <a:p>
            <a:r>
              <a:rPr lang="en-IN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0076B-DD62-ECD3-C5A6-199D931D28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349" y="934278"/>
            <a:ext cx="11211338" cy="56653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dirty="0"/>
              <a:t>The project uses the Northwind Traders dataset, which contains transactional data related to sales, customers, products, employees, suppliers, and shipping.</a:t>
            </a:r>
          </a:p>
          <a:p>
            <a:pPr marL="0" indent="0">
              <a:buNone/>
            </a:pPr>
            <a:r>
              <a:rPr lang="en-US" sz="1700" b="1" dirty="0"/>
              <a:t>Key Tables:</a:t>
            </a:r>
            <a:endParaRPr lang="en-US" sz="1700" dirty="0"/>
          </a:p>
          <a:p>
            <a:r>
              <a:rPr lang="en-US" sz="1700" dirty="0"/>
              <a:t>Customers – Customer details such as name, city, and country </a:t>
            </a:r>
          </a:p>
          <a:p>
            <a:r>
              <a:rPr lang="en-US" sz="1700" dirty="0"/>
              <a:t>Orders – Order information including order date and shipping details </a:t>
            </a:r>
          </a:p>
          <a:p>
            <a:r>
              <a:rPr lang="en-US" sz="1700" dirty="0"/>
              <a:t>Order Details – Product-level transaction data (quantity, price, discount) </a:t>
            </a:r>
          </a:p>
          <a:p>
            <a:r>
              <a:rPr lang="en-US" sz="1700" dirty="0"/>
              <a:t>Products – Product details, pricing, and stock information </a:t>
            </a:r>
          </a:p>
          <a:p>
            <a:r>
              <a:rPr lang="en-US" sz="1700" dirty="0"/>
              <a:t>Categories – Product classification </a:t>
            </a:r>
          </a:p>
          <a:p>
            <a:r>
              <a:rPr lang="en-US" sz="1700" dirty="0"/>
              <a:t>Employees – Employee details and reporting hierarchy </a:t>
            </a:r>
          </a:p>
          <a:p>
            <a:r>
              <a:rPr lang="en-US" sz="1700" dirty="0"/>
              <a:t>Suppliers – Supplier information and location </a:t>
            </a:r>
          </a:p>
          <a:p>
            <a:r>
              <a:rPr lang="en-US" sz="1700" dirty="0"/>
              <a:t>Shippers – Shipping company details used to deliver orders </a:t>
            </a:r>
          </a:p>
          <a:p>
            <a:pPr marL="0" indent="0">
              <a:buNone/>
            </a:pPr>
            <a:r>
              <a:rPr lang="en-US" sz="1700" b="1" dirty="0"/>
              <a:t>Important Fields Used:</a:t>
            </a:r>
            <a:endParaRPr lang="en-US" sz="1700" dirty="0"/>
          </a:p>
          <a:p>
            <a:r>
              <a:rPr lang="en-US" sz="1700" dirty="0"/>
              <a:t>Unit Price, Quantity, Discount ,Order Date, Shipped Date ,Customer Location (City, Country) </a:t>
            </a:r>
          </a:p>
        </p:txBody>
      </p:sp>
    </p:spTree>
    <p:extLst>
      <p:ext uri="{BB962C8B-B14F-4D97-AF65-F5344CB8AC3E}">
        <p14:creationId xmlns:p14="http://schemas.microsoft.com/office/powerpoint/2010/main" val="1574010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4F89B-A725-C420-B11D-4B24B2C4D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732" y="-176614"/>
            <a:ext cx="10364451" cy="1596177"/>
          </a:xfrm>
        </p:spPr>
        <p:txBody>
          <a:bodyPr/>
          <a:lstStyle/>
          <a:p>
            <a:r>
              <a:rPr lang="en-IN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138C8-3835-4976-8060-D3D24574A78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993913"/>
            <a:ext cx="10363826" cy="554603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was cleaned and transformed using Power Query to ensure accuracy and consistency before analysis.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 Performed: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null and duplicate values from important columns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Handled missing data in fields like Order Date and Unit Price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unnecessary columns to improve performance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data types: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Dates → Date format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Prices → Decimal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Quantity → Whole number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derived columns: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Renamed columns for better readability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Loaded cleaned data into the data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823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DDFA0-38CD-7A45-FC09-B5D89FA71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8" y="-198782"/>
            <a:ext cx="10364451" cy="1596177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r>
              <a:rPr lang="en-IN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Modeling</a:t>
            </a:r>
            <a:endParaRPr lang="en-IN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F58B-4C28-1B45-1884-7F926E800A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148" y="954156"/>
            <a:ext cx="10636121" cy="565536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 model was designed using a structured approach to connect multiple tables and enable efficient analysis.</a:t>
            </a:r>
          </a:p>
          <a:p>
            <a:pPr marL="0" indent="0">
              <a:buNone/>
            </a:pP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Relationships:</a:t>
            </a:r>
            <a:endParaRPr lang="en-US" sz="2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→ Orders (</a:t>
            </a:r>
            <a:r>
              <a:rPr lang="en-US" sz="2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CustomerID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→ Order Details (</a:t>
            </a:r>
            <a:r>
              <a:rPr lang="en-US" sz="2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OrderID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 → Order Details (</a:t>
            </a:r>
            <a:r>
              <a:rPr lang="en-US" sz="2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ProductID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 → Categories (</a:t>
            </a:r>
            <a:r>
              <a:rPr lang="en-US" sz="2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CategoryID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→ Employees (</a:t>
            </a:r>
            <a:r>
              <a:rPr lang="en-US" sz="2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EmployeeID</a:t>
            </a: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marL="0" indent="0">
              <a:buNone/>
            </a:pP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 Table:</a:t>
            </a:r>
            <a:endParaRPr lang="en-US" sz="2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Details (contains transactional data like Quantity, Unit Price, Discount) </a:t>
            </a:r>
          </a:p>
          <a:p>
            <a:pPr marL="0" indent="0">
              <a:buNone/>
            </a:pP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Benefits:</a:t>
            </a:r>
            <a:endParaRPr lang="en-US" sz="2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accurate calculations </a:t>
            </a:r>
          </a:p>
          <a:p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filtering across visuals </a:t>
            </a:r>
          </a:p>
          <a:p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report performance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4995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E54D4-7FBF-1141-3E84-4535CD19A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113" y="100535"/>
            <a:ext cx="10364451" cy="772961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Measures (DAX)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841CA-465B-FBDC-AFA4-07FAEE8684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993914"/>
            <a:ext cx="10466530" cy="537707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DAX (Data Analysis Expressions) was used to create key measures for analyzing business performance.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Measures: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Sum of (Unit Price × Quantity × (1 – Discount))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Orders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Count of Order IDs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Customers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Distinct count of Customer IDs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Quantity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Sum of Quantity 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Measures: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Order Value (AOV)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Total Sales ÷ Total Orders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Shipping Duration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Difference between Order Date and Shipped Date 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accurate calculations across visuals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track KPIs and performance metrics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data-driven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7783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A7FC7-0C71-BB82-4D0D-87F4CED89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12CCB-B17F-3031-C0C2-06758CB0493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93533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{E96601D1-C54F-43F4-A710-F9D7EBBE4CD2}TF62d0d592-7ac2-4846-a919-75806e8bead49553d537-f813ce055067</Template>
  <TotalTime>81</TotalTime>
  <Words>476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Tw Cen MT</vt:lpstr>
      <vt:lpstr>Droplet</vt:lpstr>
      <vt:lpstr>Sales Analytics Dashboard – Northwind Traders</vt:lpstr>
      <vt:lpstr>Problem Statement</vt:lpstr>
      <vt:lpstr>Data Understanding</vt:lpstr>
      <vt:lpstr>Data Preparation</vt:lpstr>
      <vt:lpstr>Data Modeling</vt:lpstr>
      <vt:lpstr>Key Measures (DAX)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Kodela</dc:creator>
  <cp:lastModifiedBy>Naveen Kodela</cp:lastModifiedBy>
  <cp:revision>1</cp:revision>
  <dcterms:created xsi:type="dcterms:W3CDTF">2026-04-23T07:36:18Z</dcterms:created>
  <dcterms:modified xsi:type="dcterms:W3CDTF">2026-04-23T08:58:03Z</dcterms:modified>
</cp:coreProperties>
</file>